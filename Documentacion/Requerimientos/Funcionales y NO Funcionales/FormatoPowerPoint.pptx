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CDEDC4-41CD-ABF1-FE7D-8612A8EF8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134D00A4-E346-7F5B-279F-B152140A7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9A9E035-329D-14B0-611C-5A5BE0B4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E3FDDE1-6FCE-73EB-79B0-6E823522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8D1E8F8-1171-85DF-A05D-0522F8C8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3016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829CB87-A934-4634-0D7B-4C7AB502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CF070E8-9A22-F190-556B-FA154658F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D370167-54E5-9E87-E496-9005E985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3F02E74B-339D-0562-1365-0A6B695C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E2FCDBE-4041-F4A8-775D-B6E1180D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881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D1E0E69-3221-98E3-78E1-E22DF877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551BC729-DA73-9FAB-F7D3-7A88FBB98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53E4DC-AED7-D848-6D84-01184261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2F73001-9AE3-0D55-8EB7-C03B45E9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EB37B18-F645-512E-A656-1B580F43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3884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E1D1ABB-F363-994D-189C-AF18C687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356D3A93-1D21-E517-4EE8-10565CC42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14748CB2-C5F8-8190-41FC-B0DB7BF81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D7844C3E-1441-DD8B-015E-F2D6163C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34448F08-4732-25DC-C19A-38BC5B79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EC55705-9C6D-7F2E-8C88-DDF3896E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937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49ED12-64A4-1480-EEA2-9A63A9E0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3D1D1DEE-BDCE-B11E-A054-04ECAE8D7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2EB9ECD8-CFDB-AA08-5D90-A011F3EAA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7DB0E7A0-D654-B8A4-B596-20B8B9BDE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E7523864-634C-BA29-40AD-50D65AA1F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0FCD9746-AEE0-8207-624B-CDA182F6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D22BA2EA-F84F-9011-E07D-CE1DCF86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E6FE68EF-EBBF-226A-0204-03BC13AF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7379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89B8CC1-34C1-B7F6-50FA-7B0BC945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69C28F90-3657-DD2A-84C6-B3087B03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DB4F2FED-44F0-A9FA-0887-47C2EF84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6CAA3704-6656-3611-C68F-61CDBDD7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2908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D4E618FA-C818-E326-465D-73EA222E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A9EBEAE7-3BF8-D7C1-78F0-B242AC66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399B899C-053C-3F93-F841-2FDF031E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741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5091AD-8CB2-BC80-1D43-5EDCEA0B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1B11EFA5-F790-E891-C6C9-0CC99254B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BD28483E-EBEA-9AC9-456F-37C5871C0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023FC20B-C6F3-E534-EF0A-C1BA28BB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9DA9530-6436-88C1-E75C-A81A23DB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943CD337-B6A8-43A0-B8A5-30BC71E9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7028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B355477-75E3-9BDB-19BD-AF978FCB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42F80C9A-0F6B-EACB-204B-41770954B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ED90CCF8-210E-E9D4-A010-D4D6EB186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71F26538-BA56-9DF8-76DF-1F875D49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67AF4129-EC04-9481-7FFF-3B22B748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5A359A2A-7F69-5598-96F3-EC0D993D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7269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1FD7B2-66DE-7D2A-8873-BDF62DB8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CC53B97F-9D64-9853-A8C1-F9AC7B30D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59F34FE-EF42-C9E1-2939-37BAE6CB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8C4779FA-4B7E-4251-A031-AF63CFC9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9A047555-D54E-A42F-27AC-F1BCB580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9047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07FC983-A118-600F-E922-9D99EAB7F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B4385F84-0167-F6A7-1996-22A5414D3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0B0C8E9-4517-2141-768A-0A51D2BC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A526CFD-931A-9A55-7387-5E0739BC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03A89BF5-EAFF-DD70-B75B-F1CCDA18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6406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3B9BED0F-861F-2BFC-87C2-838928F5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6F66388F-2272-9F1B-0C33-A4C15847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514D0A2B-63A3-F449-737E-5002C0EF6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BB65C-1FD9-4F40-B5D3-C67674F22022}" type="datetimeFigureOut">
              <a:rPr lang="es-VE" smtClean="0"/>
              <a:t>02/10/2026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895EC3F-ED17-4CD1-B596-1E200866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0F17896-1F08-EE17-88C8-813F343BB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F5B2A-BF75-431B-8F7A-5518401D766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740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8C0794E-C254-B1E0-5BD6-BBBAA132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30E05D23-32D7-7D31-8F19-C2796DAEE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5527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7A7ED2A-6607-F77A-755E-330E5B6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95DACC9A-2B8C-7E2F-9E64-BF27040E8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0842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4AE0CB3-082D-F505-5EDC-42549F40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32325071-20C0-D638-61DF-44D9BBFCE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7829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44644E-A959-227E-0842-5242AB75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F1DB6FB7-27CA-95F5-5683-2CE8CA1C4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3748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1F914D-2C6E-D37B-783F-3F22B002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5D62BD0E-DA01-E5B7-59CA-9733D7691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54170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D288BA2-D7B6-FCBF-F541-F3EE5B0A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3839872D-DB83-4C51-F71E-CB11D4FE3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8316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B0C243-D5BD-6A12-D66A-73BE9750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B5273690-9BB2-4523-10BE-BAC74DD9B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93063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DC863C5-577C-BB48-F49C-64E8C8F3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56F0B35D-5902-C221-842E-A300DA556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-1"/>
            <a:ext cx="12192003" cy="6858001"/>
          </a:xfrm>
        </p:spPr>
      </p:pic>
    </p:spTree>
    <p:extLst>
      <p:ext uri="{BB962C8B-B14F-4D97-AF65-F5344CB8AC3E}">
        <p14:creationId xmlns:p14="http://schemas.microsoft.com/office/powerpoint/2010/main" val="207772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KopySur</dc:creator>
  <cp:lastModifiedBy>RICARDO FERRER</cp:lastModifiedBy>
  <cp:revision>5</cp:revision>
  <dcterms:created xsi:type="dcterms:W3CDTF">2026-09-29T16:45:22Z</dcterms:created>
  <dcterms:modified xsi:type="dcterms:W3CDTF">2026-10-02T22:17:26Z</dcterms:modified>
</cp:coreProperties>
</file>